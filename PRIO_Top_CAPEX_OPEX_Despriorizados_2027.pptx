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US$ 58,7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US$ 42,3 mi (72,0%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US$ 21,9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US$ 12,8 mi (58,4%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US$ 47,0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US$ 18,3 mi (39,0%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2026-10-06T16:32:46Z</dcterms:created>
  <dcterms:modified xsi:type="dcterms:W3CDTF">2026-10-06T16:32:46Z</dcterms:modified>
</cp:coreProperties>
</file>