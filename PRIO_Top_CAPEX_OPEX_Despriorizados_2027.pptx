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por Escopo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'TA'), por ativo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agrupado por escopo em cada ativo. Soma do top 10: US$ 50,2 mi (39,3% do CAPEX total).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US$ 23,5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DE MERGULHO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US$ 448,1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Fiação de Sinais entre Mark VI e PMS ABB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US$ 404,7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Fuel Gas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bomba nacionalização das bombas críticas da praça de máquinas (Main cooling sea water, bomba de condensado e GS pump)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TAR: Intervenção Fuel Gas Heater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US$ 311,6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US$ 309,4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de Medição Offshore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US$ 297,7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Main Deck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US$ 271,5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Tubulação Tanque 5C Cot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Flowline Wahoo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US$ 262,0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[CONSTRUÇÕES] Suporte a abertura de vasos NR-13 (2027)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US$ 256,0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na Entrada da Água do Mar do Vacuum Condenser - instalação de novos filtros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US$ 239,7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112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2026-10-06T12:15:17Z</dcterms:created>
  <dcterms:modified xsi:type="dcterms:W3CDTF">2026-10-06T12:15:17Z</dcterms:modified>
</cp:coreProperties>
</file>