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US$ 58,7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Casario - Acomodação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 - Administrativo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US$ 42,3 mi (72,0%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CAPEX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CAPEX, dentro de cada ativo do grupo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dentro de cada ativo, excl. Desenvolvimento de Produção.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US$ 21,9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US$ 12,8 mi (58,4%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CAPEX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CAPEX, dentro de cada ativo do grupo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Swivel - Pacote Hidráulico (OneSubsea)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dentro de cada ativo, excl. Desenvolvimento de Produção.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 (status 'Contar' + 'TA') · CAPEX total do grupo: US$ 47,0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excl. Desenvolvimento de Produção. Soma do top 10: US$ 18,3 mi (39,0% do CAPEX do grupo).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CAPEX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individuais de CAPEX, dentro de cada ativo do grupo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-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agrupado por escopo dentro de cada ativo, excl. Desenvolvimento de Produção.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1799539"/>
                <a:gridCol w="2249424"/>
                <a:gridCol w="899770"/>
                <a:gridCol w="1574597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2026-10-06T13:06:28Z</dcterms:created>
  <dcterms:modified xsi:type="dcterms:W3CDTF">2026-10-06T13:06:28Z</dcterms:modified>
</cp:coreProperties>
</file>