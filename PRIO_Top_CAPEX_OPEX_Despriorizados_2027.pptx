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US$ 58,7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US$ 42,3 mi (72,0%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OPEX (status 'Contar' + 'TA'), dentro de cada ativo do grupo · OPEX total do grupo: US$ 26,9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Hotelaria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US$ 21,9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US$ 12,8 mi (58,4%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OPEX (status 'Contar' + 'TA'), dentro de cada ativo do grupo · OPEX total do grupo: US$ 32,3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US$ 47,0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US$ 18,3 mi (39,0%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OPEX (status 'Contar' + 'TA'), dentro de cada ativo do grupo · OPEX total do grupo: US$ 96,7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 - PRIO + OSM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Tratamento e Descarte de Água do Slop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 - PRIO + OSM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PRIO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OSM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SODEXO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PRIO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OSM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SODEXO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2026-10-06T13:33:25Z</dcterms:created>
  <dcterms:modified xsi:type="dcterms:W3CDTF">2026-10-06T13:33:25Z</dcterms:modified>
</cp:coreProperties>
</file>