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 ·  FPSO Peregrino · PLAT A · PLAT B · PLAT 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US$ 26,0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55264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19856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19856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a bordo alocadas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51392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15984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15984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ativos · 5 frentes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1797912"/>
                <a:gridCol w="1374874"/>
                <a:gridCol w="1057595"/>
                <a:gridCol w="10575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141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US$ 26,0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318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48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Não inclui itens de Parada Programada (status 'TA') nem o custo da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2026-09-25T22:58:49Z</dcterms:created>
  <dcterms:modified xsi:type="dcterms:W3CDTF">2026-09-25T22:58:49Z</dcterms:modified>
</cp:coreProperties>
</file>