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2E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  <c:pt idx="6">
                    <c:v>FPSO Frade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14.82</c:v>
                </c:pt>
                <c:pt idx="1">
                  <c:v>6.29</c:v>
                </c:pt>
                <c:pt idx="2">
                  <c:v>2.35</c:v>
                </c:pt>
                <c:pt idx="3">
                  <c:v>2.55</c:v>
                </c:pt>
                <c:pt idx="4">
                  <c:v>13.98</c:v>
                </c:pt>
                <c:pt idx="5">
                  <c:v>4.28</c:v>
                </c:pt>
                <c:pt idx="6">
                  <c:v>82.16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 ·  FPSO Peregrino · PLAT A (WHPA) · PLAT B (WHPB) · PLAT C (WHPC) · FPSO Bravo · Polvo A · 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Peregrino, Cluster Sul &amp;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US$ 126,4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59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US$ 4,3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US$ 82,2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US$ 126,4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230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US$ 9,7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10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metodologia offshore para medição residual de polímero na água produzida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US$ 1,0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Injeção de Sequestrante de H2S - WHPC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US$ 14,0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US$ 113,7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US$ 6,0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59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DA CARGO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Comutação tanques de diesel (tanque e sedimentação e serviço)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US$ 236,6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US$ 2,7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35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US$ 135,6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23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US$ 640,4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US$ 82,2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US$ 35,3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US$ 46,8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US$ 29,9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US$ 18,0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US$ 24,8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US$ 23,5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US$ 17,8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US$ 16,1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88 itens no total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PIGGING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76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2026-09-28T21:25:47Z</dcterms:created>
  <dcterms:modified xsi:type="dcterms:W3CDTF">2026-09-28T21:25:47Z</dcterms:modified>
</cp:coreProperties>
</file>