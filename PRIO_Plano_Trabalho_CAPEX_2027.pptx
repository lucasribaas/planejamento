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0B2A3D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C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5C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5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67C3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7A2E2E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FPSO Peregrino</c:v>
                  </c:pt>
                  <c:pt idx="1">
                    <c:v>WHPA</c:v>
                  </c:pt>
                  <c:pt idx="2">
                    <c:v>WHPB</c:v>
                  </c:pt>
                  <c:pt idx="3">
                    <c:v>WHPC</c:v>
                  </c:pt>
                  <c:pt idx="4">
                    <c:v>FPSO Bravo</c:v>
                  </c:pt>
                  <c:pt idx="5">
                    <c:v>Polvo A</c:v>
                  </c:pt>
                  <c:pt idx="6">
                    <c:v>FPSO Frade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14.82</c:v>
                </c:pt>
                <c:pt idx="1">
                  <c:v>6.29</c:v>
                </c:pt>
                <c:pt idx="2">
                  <c:v>2.35</c:v>
                </c:pt>
                <c:pt idx="3">
                  <c:v>2.55</c:v>
                </c:pt>
                <c:pt idx="4">
                  <c:v>19.05</c:v>
                </c:pt>
                <c:pt idx="5">
                  <c:v>3.64</c:v>
                </c:pt>
                <c:pt idx="6">
                  <c:v>66.26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&amp; FPSO Frade  ·  FPSO Peregrino · PLAT A (WHPA) · PLAT B (WHPB) · PLAT C (WHPC) · FPSO Bravo · Polvo A · FPSO Frade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Campo Peregrino, Cluster Sul &amp; FPSO Frade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US$ 115,0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TA por ativo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ativos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Peregrino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US$ 14,8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10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Bravo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US$ 19,1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70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Polvo 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US$ 3,6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Frade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US$ 66,3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US$ 115,0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234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Para FPSO Bravo e Polvo A o total também inclui Parada Programada (status 'TA', com custo aberto no slide de cada ativo); nos demais ativos, TA não está incluído. Nenhum total considera 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ps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784" y="1143000"/>
            <a:ext cx="7914128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US$ 14,8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US$ 9,7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US$ 1,0 mi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US$ 138,5 mil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US$ 40,0 mil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US$ 5,5 mi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US$ 643,5 mil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23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Modificações Degasser — Conversão Flotadora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do Analisador de TOG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US$ 699,3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Transformadores dos Coalescers — DF3 para DF4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Caldeiras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24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352" y="1143000"/>
            <a:ext cx="79389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US$ 30,0 mil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US$ 465,5 mil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10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HVACs das Salas de VFDs - Fase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metodologia offshore para medição residual de polímero na água produzida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Químicos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51735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US$ 1,1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US$ 1,7 mi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7 itens no total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c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8831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US$ 2,5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US$ 1,5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US$ 1,0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US$ 707,6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8 itens no total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Injeção de Sequestrante de H2S - WHPC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brav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9974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US$ 19,1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US$ 14,0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US$ 5,0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US$ 6,0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US$ 13,1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US$ 8,6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US$ 960,0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US$ 955,5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US$ 192,5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US$ 8,5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US$ 6,1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US$ 3,3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70 itens no total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Swivel - Pacote Hidráulico (OneSubsea)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fixo de CO2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US$ 670,0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Ignitor do Flare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58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olvo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70459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US$ 3,6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US$ 3,0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US$ 592,3 mil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US$ 2,5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US$ 1,1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US$ 592,3 mil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US$ 519,2 mil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US$ 81,3 mil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US$ 1,5 mi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US$ 1,4 mi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US$ 519,2 mil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27 itens no total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Repetidoras de Rádio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Implantação do projeto 'Muster Digital'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US$ 135,6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Obstrução Sistema de Águas Cinzas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15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US$ 228,0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rade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2926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US$ 66,3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US$ 30,4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US$ 35,9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US$ 24,9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US$ 15,7 mi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US$ 13,6 mi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52810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52810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480974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480974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480974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509137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3773729" y="509137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US$ 2,0 mi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537301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537301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3773729" y="537301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654650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773729" y="5654650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US$ 822,3 mil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5936285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66928" y="5936285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773729" y="5936285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US$ 75,1 mil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6480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67160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US$ 22,7 mi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5508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6480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US$ 17,4 mi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967160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US$ 15,0 mi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5508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46480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967160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US$ 11,2 mi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89 itens no total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Compra e Instalação de Cabines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77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Detectores de Chama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US$ 826,2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INSTALAÇÃO DA PIGGING PUMP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Retrofit do sistema fixo de CO2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BOMBA DE AMINA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SWRO A: Recuperação do sistema de WW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US$ 571,9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TBM - Junta de expansão exhaust -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US$ 560,7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Revamp das cabines de water mist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Mist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dos trocadores HBG 1040. (Material)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R&amp;R - REPARO DE SELOS DGS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18- Aquisição de transformadores de melhor tecnologia dos tratadores eletrostáticos (Óleo - 1º TRI)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US$ 430,5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CABO SANSO - HAWSER WINCH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US$ 429,7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62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2026-09-29T23:21:20Z</dcterms:created>
  <dcterms:modified xsi:type="dcterms:W3CDTF">2026-09-29T23:21:21Z</dcterms:modified>
</cp:coreProperties>
</file>