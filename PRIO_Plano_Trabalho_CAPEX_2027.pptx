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7A2E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  <c:pt idx="6">
                    <c:v>FPSO Frade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22.21</c:v>
                </c:pt>
                <c:pt idx="1">
                  <c:v>12.54</c:v>
                </c:pt>
                <c:pt idx="2">
                  <c:v>6.61</c:v>
                </c:pt>
                <c:pt idx="3">
                  <c:v>5.62</c:v>
                </c:pt>
                <c:pt idx="4">
                  <c:v>18.82</c:v>
                </c:pt>
                <c:pt idx="5">
                  <c:v>5.12</c:v>
                </c:pt>
                <c:pt idx="6">
                  <c:v>66.26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&amp; FPSO Frade  ·  FPSO Peregrino · PLAT A (WHPA) · PLAT B (WHPB) · PLAT C (WHPC) · FPSO Bravo · Polvo A · 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Peregrino, Cluster Sul &amp;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US$ 137,2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US$ 22,2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34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US$ 5,6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US$ 137,2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335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Peregrino, PLAT A (WHPA), PLAT B (WHPB), PLAT C (WHPC),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US$ 22,2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US$ 16,9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US$ 15,4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US$ 5,3 mi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US$ 620,0 mil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US$ 76,3 mil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US$ 50,0 mil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US$ 6,1 mi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47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35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US$ 8,7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US$ 3,9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US$ 3,9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US$ 5,4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US$ 475,5 mil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34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US$ 457,1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US$ 4,4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US$ 4,5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US$ 2,6 mi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US$ 5,6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US$ 2,6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US$ 3,3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US$ 3,1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US$ 10,0 mil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29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US$ 366,8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US$ 255,3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US$ 926,4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US$ 3,5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38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Desmobilização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US$ 30,4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US$ 35,9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US$ 24,9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US$ 2,0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US$ 22,7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US$ 17,4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US$ 15,0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US$ 11,2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89 itens no total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77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US$ 430,5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62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2026-10-02T17:25:10Z</dcterms:created>
  <dcterms:modified xsi:type="dcterms:W3CDTF">2026-10-02T17:25:10Z</dcterms:modified>
</cp:coreProperties>
</file>