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18.14</c:v>
                </c:pt>
                <c:pt idx="1">
                  <c:v>8.83</c:v>
                </c:pt>
                <c:pt idx="2">
                  <c:v>3.46</c:v>
                </c:pt>
                <c:pt idx="3">
                  <c:v>4.55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 ·  FPSO Peregrino · PLAT A · PLAT B · PLAT 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US$ 35,0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55264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19856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19.668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19856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 (POB-DIA)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a bordo × dias, no ano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51392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15984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15984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ativos · 5 frentes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1797912"/>
                <a:gridCol w="1374874"/>
                <a:gridCol w="1057595"/>
                <a:gridCol w="10575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POB-DIA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5.544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5.092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US$ 3,5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3.846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5.186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US$ 35,0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19.668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 e 'TA' (exclui 'Não Contar'). O custo da categoria Desenvolvimento de Produção é desconsiderado no somatório total.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US$ 12,0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US$ 18,1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5.544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 (POB-DIA)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1.611 POB-dia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POB-dia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2.865 POB-dia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 POB-dia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 POB-dia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7274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" y="47274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452774" y="47274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US$ 140,5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40834" y="47274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POB-dia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50932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52774" y="50932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40834" y="50932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US$ 9,2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3.447 POB-dia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988 POB-dia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674 POB-dia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 POB-dia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646480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Produção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935065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US$ 90,5 mil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073871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POB-dia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POB em POB-dia (pessoas a bordo × dias). O total desconsidera a categoria Desenvolvimento de Produção (US$ 90,5 mil,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41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e POB.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US$ 7,2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US$ 8,0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US$ 8,8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5.092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 (POB-DIA)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US$ 8,3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1.932 POB-dia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POB-dia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2.280 POB-dia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POB-dia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US$ 150,5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POB-dia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7274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" y="47274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452774" y="47274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40834" y="47274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POB-dia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50932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52774" y="50932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40834" y="50932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US$ 6,3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 POB-dia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US$ 3,7 mi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2.860 POB-dia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POB-dia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POB-dia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646480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935065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US$ 475,5 mil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073871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 POB-dia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POB em POB-dia (pessoas a bordo × dias). O total desconsidera a categoria Desenvolvimento de Produção (US$ 6,3 mi,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28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e POB.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US$ 2,6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US$ 3,7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US$ 3,5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3.846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 (POB-DIA)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US$ 5,1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2.176 POB-dia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1.650 POB-dia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US$ 150,5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POB-dia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POB-dia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Produção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1.223 POB-dia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2.589 POB-dia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POB-dia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POB-dia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646480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35065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3871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POB em POB-dia (pessoas a bordo × dias). O total desconsidera a categoria Desenvolvimento de Produção (US$ 2,9 mi,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25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US$ 184,6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e POB.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US$ 7,1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US$ 4,5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5.186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 (POB-DIA)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US$ 10,1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3.036 POB-dia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2.010 POB-dia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POB-dia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US$ 150,5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POB-dia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POB-dia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7274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" y="47274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452774" y="47274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40834" y="47274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US$ 8,4 mi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2.284 POB-dia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2.844 POB-dia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POB-dia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POB-dia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646480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35065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73871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POB-dia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POB em POB-dia (pessoas a bordo × dias). O total desconsidera a categoria Desenvolvimento de Produção (US$ 8,4 mi,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26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e POB.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2026-09-25T22:07:47Z</dcterms:created>
  <dcterms:modified xsi:type="dcterms:W3CDTF">2026-09-25T22:07:47Z</dcterms:modified>
</cp:coreProperties>
</file>