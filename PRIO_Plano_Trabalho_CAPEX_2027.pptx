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18.12</c:v>
                </c:pt>
                <c:pt idx="1">
                  <c:v>8.79</c:v>
                </c:pt>
                <c:pt idx="2">
                  <c:v>3.45</c:v>
                </c:pt>
                <c:pt idx="3">
                  <c:v>4.45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  ·  FPSO Peregrino · PLAT A · PLAT B · PLAT C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US$ 34,8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55264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19856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706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19856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TOTAL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a bordo alocadas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53328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851392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015984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015984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015984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ativos · 5 frentes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1797912"/>
                <a:gridCol w="1374874"/>
                <a:gridCol w="1057595"/>
                <a:gridCol w="105759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US$ 18,1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268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41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US$ 8,8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182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US$ 3,4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121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US$ 4,4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135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US$ 34,8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706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120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 e 'TA' (exclui 'Não Contar'). O custo da categoria Desenvolvimento de Produção é desconsiderado no somatório total.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US$ 18,1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123444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US$ 14,8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160020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84464" y="123444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US$ 3,3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84464" y="160020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81144" y="210312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US$ 6,2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246888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84464" y="210312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US$ 9,8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246888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US$ 3,3 mi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US$ 7,0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valor de Parada Programada informado pela área). O total desconsidera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41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29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'TA'. Lista completa disponível na planilha em anexo. Extrato pendente de atualização — pode não somar exatamente ao total da Composição de Custo (o valor de TA foi atualizado manualmente).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US$ 8,8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123444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160020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84464" y="123444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84464" y="160020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81144" y="210312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US$ 5,9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246888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84464" y="210312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US$ 1,3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246888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US$ 30,0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US$ 465,5 mil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valor de Parada Programada informado pela área). O total desconsidera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28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16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'TA'. Lista completa disponível na planilha em anexo. Extrato pendente de atualização — pode não somar exatamente ao total da Composição de Custo (o valor de TA foi atualizado manualmente).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US$ 3,4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123444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160020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84464" y="123444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84464" y="160020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81144" y="210312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US$ 1,7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246888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84464" y="210312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246888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valor de Parada Programada informado pela área). O total desconsidera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25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13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US$ 184,6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'TA'. Lista completa disponível na planilha em anexo. Extrato pendente de atualização — pode não somar exatamente ao total da Composição de Custo (o valor de TA foi atualizado manualmente).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US$ 4,4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123444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160020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84464" y="123444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US$ 1,9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84464" y="160020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81144" y="210312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246888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84464" y="210312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2468880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US$ 2,8 mi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valor de Parada Programada informado pela área). O total desconsidera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26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'TA'. Lista completa disponível na planilha em anexo. Extrato pendente de atualização — pode não somar exatamente ao total da Composição de Custo (o valor de TA foi atualizado manualmente).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2026-09-25T22:51:35Z</dcterms:created>
  <dcterms:modified xsi:type="dcterms:W3CDTF">2026-09-25T22:51:35Z</dcterms:modified>
</cp:coreProperties>
</file>