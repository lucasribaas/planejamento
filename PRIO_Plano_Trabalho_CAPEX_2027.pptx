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13.98</c:v>
                </c:pt>
                <c:pt idx="5">
                  <c:v>4.28</c:v>
                </c:pt>
                <c:pt idx="6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US$ 110,5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US$ 110,5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231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US$ 113,7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59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CARGO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tanques de diesel (tanque e sedimentação e serviço)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35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US$ 640,4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2026-09-28T22:16:13Z</dcterms:created>
  <dcterms:modified xsi:type="dcterms:W3CDTF">2026-09-28T22:16:13Z</dcterms:modified>
</cp:coreProperties>
</file>