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2E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  <c:pt idx="6">
                    <c:v>FPSO Frade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14.82</c:v>
                </c:pt>
                <c:pt idx="1">
                  <c:v>6.29</c:v>
                </c:pt>
                <c:pt idx="2">
                  <c:v>2.35</c:v>
                </c:pt>
                <c:pt idx="3">
                  <c:v>2.55</c:v>
                </c:pt>
                <c:pt idx="4">
                  <c:v>18.82</c:v>
                </c:pt>
                <c:pt idx="5">
                  <c:v>5.12</c:v>
                </c:pt>
                <c:pt idx="6">
                  <c:v>66.26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 ·  FPSO Peregrino · PLAT A (WHPA) · PLAT B (WHPB) · PLAT C (WHPC) · FPSO Bravo · Polvo A · 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Peregrino, Cluster Sul &amp;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US$ 116,2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US$ 18,8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69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US$ 5,1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US$ 116,2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244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US$ 9,7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10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metodologia offshore para medição residual de polímero na água produzida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US$ 1,0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Injeção de Sequestrante de H2S - WHPC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US$ 18,8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US$ 13,8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US$ 926,4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69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Ignitor do Flare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US$ 3,5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US$ 3,1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US$ 634,0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US$ 206,8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US$ 634,0 mil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38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Flowline - Passagem de PIG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Desmobilização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26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US$ 30,4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US$ 35,9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US$ 24,9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US$ 22,7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US$ 17,4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US$ 15,0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US$ 11,2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89 itens no total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77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Detectores de Chama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US$ 826,2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PIGGING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Retrofit do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BOMBA DE AMINA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SWRO A: Recuperação do sistema de WW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- Junta de expansão exhaust -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US$ 560,7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dos trocadores HBG 1040. (Material)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R&amp;R - REPARO DE SELOS DGS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18- Aquisição de transformadores de melhor tecnologia dos tratadores eletrostáticos (Óleo - 1º TRI)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US$ 430,5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CABO SANSO -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US$ 429,7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62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2026-09-29T23:49:31Z</dcterms:created>
  <dcterms:modified xsi:type="dcterms:W3CDTF">2026-09-29T23:49:31Z</dcterms:modified>
</cp:coreProperties>
</file>