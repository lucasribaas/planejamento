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  <c:pt idx="4">
                  <c:v>13.98</c:v>
                </c:pt>
                <c:pt idx="5">
                  <c:v>4.28</c:v>
                </c:pt>
                <c:pt idx="6">
                  <c:v>66.26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 ·  FPSO Peregrino · PLAT A (WHPA) · PLAT B (WHPB) · PLAT C (WHPC) · FPSO Bravo · Polvo A · 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 &amp;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US$ 110,5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US$ 4,3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US$ 110,5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231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US$ 14,0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US$ 113,7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US$ 6,0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59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DA CARGO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Comutação tanques de diesel (tanque e sedimentação e serviço)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US$ 236,6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35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23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US$ 640,4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US$ 30,4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US$ 35,9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US$ 24,9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US$ 22,7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US$ 17,4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US$ 15,0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US$ 11,2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89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2026-09-28T22:21:22Z</dcterms:created>
  <dcterms:modified xsi:type="dcterms:W3CDTF">2026-09-28T22:21:22Z</dcterms:modified>
</cp:coreProperties>
</file>