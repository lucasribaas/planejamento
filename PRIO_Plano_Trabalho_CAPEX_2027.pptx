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5618F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  <c:pt idx="7">
                    <c:v>ABL (FPSO Forte)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22.21</c:v>
                </c:pt>
                <c:pt idx="1">
                  <c:v>12.54</c:v>
                </c:pt>
                <c:pt idx="2">
                  <c:v>6.61</c:v>
                </c:pt>
                <c:pt idx="3">
                  <c:v>5.62</c:v>
                </c:pt>
                <c:pt idx="4">
                  <c:v>16.04</c:v>
                </c:pt>
                <c:pt idx="5">
                  <c:v>5.91</c:v>
                </c:pt>
                <c:pt idx="6">
                  <c:v>58.73</c:v>
                </c:pt>
                <c:pt idx="7">
                  <c:v>137.79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Sul, FPSO Frade &amp; FPSO Forte  ·  FPSO Peregrino · PLAT A (WHPA) · PLAT B (WHPB) · PLAT C (WHPC) · FPSO Bravo · Polvo A · FPSO Frade · FPSO Forte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Sul, FPSO Frade &amp; FPSO Forte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US$ 265,5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US$ 22,2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47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US$ 12,5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34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US$ 6,6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US$ 5,6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US$ 16,0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63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US$ 5,9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37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US$ 58,7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71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</a:rPr>
                        <a:t>ABL (FPSO Forte)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US$ 137,8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C2B33"/>
                          </a:solidFill>
                        </a:rPr>
                        <a:t>128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</a:rPr>
                        <a:t>US$ 265,5 mi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</a:rPr>
                        <a:t>438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Peregrino, PLAT A (WHPA), PLAT B (WHPB), PLAT C (WHPC), FPSO Bravo, Polvo A e FPSO Forte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US$ 22,2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US$ 16,9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US$ 15,4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US$ 5,3 mi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US$ 620,0 mil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US$ 76,3 mil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US$ 50,0 mil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US$ 6,1 mi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47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US$ 3,9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US$ 5,4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US$ 475,5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34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US$ 457,1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US$ 4,4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US$ 4,5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US$ 2,6 mi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US$ 2,6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US$ 3,3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US$ 3,1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US$ 255,3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US$ 11,0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US$ 10,7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53612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5361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5361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0565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0565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57700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57700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57700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09744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09744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US$ 915,5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161788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16178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16178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US$ 670,0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1383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1383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5865876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86587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86587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US$ 107,3 mil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340156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40156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US$ 6,4 mi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3753612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375361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375361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464808" y="410565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10565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US$ 2,8 mi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55080" y="4457700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4457700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9671609" y="4457700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US$ 862,4 mil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63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Redundância do Sistema de Compressão de Gás - Trem Alfa + Trem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US$ 5,9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US$ 3,2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US$ 298,0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US$ 206,8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US$ 38,2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US$ 1,5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37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dos banheiros dos camarotes de POLVO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US$ 298,0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Flowline - Passagem de PIG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US$ 58,7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US$ 25,5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US$ 33,2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US$ 21,1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US$ 411,6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US$ 13,3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US$ 11,4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71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US$ 861,0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US$ 826,2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Retrofit do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SWRO A: Recuperação do sistema de WW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Boiler Chromalox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US$ 523,6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dos trocadores HBG 1040.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R&amp;R - REPARO DE SELOS DGS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 Aquisição de transformadores de melhor tecnologia dos tratadores eletrostáticos (Óleo - 1º TRI)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CABO SANSO -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US$ 429,7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Fabricação de Etiquetas de TAG - Código de Cores e Sentido de Fluxo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PAINÉIS ICCP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e Comissionamento OSPREY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38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ort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452" y="1143000"/>
            <a:ext cx="90247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US$ 137,8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US$ 82,8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US$ 93,3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US$ 44,5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US$ 55,0 mi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3636264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36264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636264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US$ 22,5 mi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3870960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3870960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US$ 20,5 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4105656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105656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105656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US$ 17,6 mi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40352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340352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US$ 11,1 mi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7200" y="4575048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4575048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4575048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US$ 3,0 mi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4809744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4809744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US$ 2,6 mi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" y="5044440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044440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044440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279136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3773729" y="5279136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5513832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" y="5513832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3773729" y="5513832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US$ 792,3 mil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5748528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773729" y="5748528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US$ 377,9 mil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57200" y="5983224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66928" y="5983224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3773729" y="5983224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464808" y="3401568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9671609" y="3401568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US$ 68,2 mi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355080" y="3636264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64808" y="3636264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9671609" y="3636264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US$ 51,6 mi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6464808" y="3870960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9671609" y="3870960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US$ 13,3 mi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6355080" y="4105656"/>
            <a:ext cx="5349240" cy="234696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464808" y="4105656"/>
            <a:ext cx="3316529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9671609" y="4105656"/>
            <a:ext cx="1815998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US$ 4,6 mi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128 itens no total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AFRETAMENTO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[TA] Materiais para baixa M5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CO2 - P01, P05 e P09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Fornecimento de Diesel Poços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2026-10-06T20:37:22Z</dcterms:created>
  <dcterms:modified xsi:type="dcterms:W3CDTF">2026-10-06T20:37:22Z</dcterms:modified>
</cp:coreProperties>
</file>