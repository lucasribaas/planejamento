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15.98</c:v>
                </c:pt>
                <c:pt idx="1">
                  <c:v>7.19</c:v>
                </c:pt>
                <c:pt idx="2">
                  <c:v>2.91</c:v>
                </c:pt>
                <c:pt idx="3">
                  <c:v>3.44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  ·  FPSO Peregrino · PLAT A · PLAT B · PLAT 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US$ 29,5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55264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19856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706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419856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a bordo alocadas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51392" y="1417320"/>
            <a:ext cx="2615184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015984" y="15636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015984" y="209397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015984" y="2313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ativos · 5 frentes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1797912"/>
                <a:gridCol w="1374874"/>
                <a:gridCol w="1057595"/>
                <a:gridCol w="105759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US$ 16,0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268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41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US$ 7,2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182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US$ 2,9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121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US$ 3,4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US$ 29,5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706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120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 e 'TA' (exclui 'Não Contar'). O custo da categoria Desenvolvimento de Produção é desconsiderado no somatório total.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US$ 6,2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US$ 9,8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US$ 16,0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268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POB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POB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POB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45277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083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POB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45277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84083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POB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47274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" y="47274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452774" y="47274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840834" y="47274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50932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452774" y="50932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40834" y="50932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POB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US$ 7,0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 POB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POB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POB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5508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46480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935065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73871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POB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O total desconsidera a categoria Desenvolvimento de Produção (sem itens para este ativo).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41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itens de Cost Allocation = CAPEX, status 'Contar' + 'TA'.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US$ 5,9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US$ 1,3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US$ 7,2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POB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US$ 897,7 mil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POB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45277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083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POB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36168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452774" y="436168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840834" y="436168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47274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66928" y="47274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452774" y="47274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840834" y="47274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POB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 POB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POB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5508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935065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1073871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POB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O total desconsidera a categoria Desenvolvimento de Produção (sem itens para este ativo).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28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itens de Cost Allocation = CAPEX, status 'Contar' + 'TA'.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US$ 1,7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US$ 2,9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121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POB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US$ 565,1 mil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POB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POB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POB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O total desconsidera a categoria Desenvolvimento de Produção (sem itens para este ativo).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25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US$ 184,6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itens de Cost Allocation = CAPEX, status 'Contar' + 'TA'.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e POB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21792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9856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419856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US$ 3,4 mi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DESENV. PRODUÇÃO)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851392" y="1234440"/>
            <a:ext cx="2615184" cy="960120"/>
          </a:xfrm>
          <a:prstGeom prst="roundRect">
            <a:avLst>
              <a:gd name="adj" fmla="val 7619"/>
            </a:avLst>
          </a:prstGeom>
          <a:solidFill>
            <a:srgbClr val="F0F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15984" y="13533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015984" y="18562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 TOTAL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45277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84083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POB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45277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US$ 889,8 mil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083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POB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45277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84083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39959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399592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452774" y="399592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840834" y="399592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25146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280720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289864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350654" y="289864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US$ 2,8 mi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738714" y="289864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POB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55080" y="326440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326440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350654" y="326440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10738714" y="326440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POB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3630168"/>
            <a:ext cx="29955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350654" y="3630168"/>
            <a:ext cx="14977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738714" y="3630168"/>
            <a:ext cx="9656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POB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ou 'TA'. O total desconsidera a categoria Desenvolvimento de Produção (sem itens para este ativo).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26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itens de Cost Allocation = CAPEX, status 'Contar' + 'TA'.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2026-09-25T21:41:41Z</dcterms:created>
  <dcterms:modified xsi:type="dcterms:W3CDTF">2026-09-25T21:41:41Z</dcterms:modified>
</cp:coreProperties>
</file>