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0B2A3D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2A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5C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5C8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FPSO Peregrino</c:v>
                  </c:pt>
                  <c:pt idx="1">
                    <c:v>WHPA</c:v>
                  </c:pt>
                  <c:pt idx="2">
                    <c:v>WHPB</c:v>
                  </c:pt>
                  <c:pt idx="3">
                    <c:v>WHPC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14.82</c:v>
                </c:pt>
                <c:pt idx="1">
                  <c:v>6.29</c:v>
                </c:pt>
                <c:pt idx="2">
                  <c:v>2.35</c:v>
                </c:pt>
                <c:pt idx="3">
                  <c:v>2.55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  ·  FPSO Peregrino · PLAT A · PLAT B · PLAT C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Campo Peregrino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US$ 26,0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TA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26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3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43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07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4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4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ativos · 5 frentes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2220950"/>
                <a:gridCol w="1692152"/>
                <a:gridCol w="137487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Peregrino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US$ 14,8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23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US$ 6,3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10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US$ 2,5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US$ 26,0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48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'Contar'. Não inclui itens de Parada Programada (status 'TA') nem o custo da categoria Desenvolvimento de Produção.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ps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8784" y="1143000"/>
            <a:ext cx="7914128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US$ 14,8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43300" cy="1600200"/>
          </a:xfrm>
          <a:prstGeom prst="roundRect">
            <a:avLst>
              <a:gd name="adj" fmla="val 5714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36008" y="1600200"/>
            <a:ext cx="3140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636008" y="2167128"/>
            <a:ext cx="3140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61020" y="1143000"/>
            <a:ext cx="3543300" cy="1600200"/>
          </a:xfrm>
          <a:prstGeom prst="roundRect">
            <a:avLst>
              <a:gd name="adj" fmla="val 5714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62188" y="1600200"/>
            <a:ext cx="3140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US$ 9,7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62188" y="2167128"/>
            <a:ext cx="3140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US$ 1,0 mi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US$ 138,5 mil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US$ 40,0 mil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US$ 5,9 mi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US$ 5,5 mi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US$ 2,9 mi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US$ 643,5 mil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23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Modificações Degasser — Conversão Flotadora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do Analisador de TOG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US$ 699,3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Transformadores dos Coalescers — DF3 para DF4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Caldeiras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11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24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352" y="1143000"/>
            <a:ext cx="7938991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43300" cy="1600200"/>
          </a:xfrm>
          <a:prstGeom prst="roundRect">
            <a:avLst>
              <a:gd name="adj" fmla="val 5714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36008" y="1600200"/>
            <a:ext cx="3140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636008" y="2167128"/>
            <a:ext cx="3140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61020" y="1143000"/>
            <a:ext cx="3543300" cy="1600200"/>
          </a:xfrm>
          <a:prstGeom prst="roundRect">
            <a:avLst>
              <a:gd name="adj" fmla="val 5714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62188" y="1600200"/>
            <a:ext cx="3140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62188" y="2167128"/>
            <a:ext cx="3140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US$ 2,2 mi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US$ 30,0 mil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US$ 465,5 mil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10 itens no total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PAGA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HVACs das Salas de VFDs - Fase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metodologia offshore para medição residual de polímero na água produzida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Químicos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b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51735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43300" cy="1600200"/>
          </a:xfrm>
          <a:prstGeom prst="roundRect">
            <a:avLst>
              <a:gd name="adj" fmla="val 5714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36008" y="1600200"/>
            <a:ext cx="3140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636008" y="2167128"/>
            <a:ext cx="3140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61020" y="1143000"/>
            <a:ext cx="3543300" cy="1600200"/>
          </a:xfrm>
          <a:prstGeom prst="roundRect">
            <a:avLst>
              <a:gd name="adj" fmla="val 5714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62188" y="1600200"/>
            <a:ext cx="3140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US$ 1,1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62188" y="2167128"/>
            <a:ext cx="3140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US$ 1,7 mi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7 itens no total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nova unidade de Osmose Reversa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c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8831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US$ 2,5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43300" cy="1600200"/>
          </a:xfrm>
          <a:prstGeom prst="roundRect">
            <a:avLst>
              <a:gd name="adj" fmla="val 5714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36008" y="1600200"/>
            <a:ext cx="3140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US$ 1,5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636008" y="2167128"/>
            <a:ext cx="3140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61020" y="1143000"/>
            <a:ext cx="3543300" cy="1600200"/>
          </a:xfrm>
          <a:prstGeom prst="roundRect">
            <a:avLst>
              <a:gd name="adj" fmla="val 5714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62188" y="1600200"/>
            <a:ext cx="3140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US$ 1,0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62188" y="2167128"/>
            <a:ext cx="3140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US$ 707,6 mil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US$ 1,9 mi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8 itens no total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Térmico e Heat Tracing — Linha de FG (WHP-C)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Injeção de Sequestrante de H2S - WHPC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2026-09-25T23:02:40Z</dcterms:created>
  <dcterms:modified xsi:type="dcterms:W3CDTF">2026-09-25T23:02:40Z</dcterms:modified>
</cp:coreProperties>
</file>