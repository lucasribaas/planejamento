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8A5A2E"/>
            </a:solidFill>
            <a:effectLst/>
          </c:spPr>
          <c:invertIfNegative val="0"/>
          <c:dLbls>
            <c:numFmt formatCode="0.0&quot;mi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5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7C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FPSO Bravo</c:v>
                  </c:pt>
                  <c:pt idx="1">
                    <c:v>Polvo 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13.98</c:v>
                </c:pt>
                <c:pt idx="1">
                  <c:v>4.28</c:v>
                </c:pt>
              </c:numCache>
            </c:numRef>
          </c:val>
        </c:ser>
        <c:dLbls>
          <c:numFmt formatCode="0.0&quot;mi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&amp;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CAPEX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Sul  ·  FPSO Bravo · Polvo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31750">
            <a:solidFill>
              <a:srgbClr val="A6CE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 plano de trabalho por frente estratégica e da composição do orçamento de CAPEX 2027, para leitura executiva.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25/09/2026  ·  Confidencial – Uso Interno PRIO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 · Cluster Sul 2027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US$ 18,3 mi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inclui 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DE CAPEX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análise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7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4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NO PLANO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4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ativos · 5 frentes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2027 POR ATIVO (US$ milhões)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329184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291840"/>
          <a:ext cx="5287975" cy="914400"/>
        </p:xfrm>
        <a:graphic>
          <a:graphicData uri="http://schemas.openxmlformats.org/drawingml/2006/table">
            <a:tbl>
              <a:tblPr/>
              <a:tblGrid>
                <a:gridCol w="2220950"/>
                <a:gridCol w="1692152"/>
                <a:gridCol w="137487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ATIVO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ESCOPOS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FPSO Bravo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US$ 14,0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59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Polvo 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US$ 4,3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US$ 18,3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94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base 'Geral - Em análise' (aba do arquivo Plano Integrado), somando itens com status 'Contar'. O total de todos os ativos inclui Parada Programada (status 'TA', com custo aberto no slide de cada ativo). Nenhum total considera a categoria Desenvolvimento de Produção.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15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bravo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39974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 + 'TA'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US$ 14,0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inclui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US$ 9,0 mi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SEM 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US$ 5,0 mi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TA (PARADA PROGRAMADA)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943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US$ 3,8 mi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US$ 10,2 mi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 - Manutenção &amp; Integridade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US$ 5,6 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US$ 5,0 mi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US$ 1,2 mi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US$ 960,0 mil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86460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73729" y="486460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US$ 955,5 mil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23036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52303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773729" y="52303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US$ 192,5 mil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961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773729" y="55961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US$ 113,7 mil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US$ 6,0 mi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US$ 5,6 mi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US$ 1,3 mi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6480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67160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US$ 1,2 mi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 (Custo Total sem TA) e 'TA' (Custo TA, Parada Programada). O total desconsidera a categoria Desenvolvimento de Produção (US$ 0).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59 itens no total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GTG B + MANUTENÇÃO GERADOR 25KH GTG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- Manutenção &amp;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US$ 4,8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Mecânica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US$ 1,5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Elétrica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US$ 982,4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US$ 816,1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DA CARGO PUMP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- Manutenção &amp;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US$ 721,9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sistema fixo de CO2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US$ 670,0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US$ 659,4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Destiladoras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US$ 411,9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Sensores de Hidrogênio nas Salas de Baterias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US$ 281,8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US$ 247,6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US$ 247,6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Comutação tanques de diesel (tanque e sedimentação e serviço)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US$ 236,6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47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+ 'TA' (inclui Parada Programada).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9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polvo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37045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 + 'TA'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inclui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US$ 2,7 mi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SEM 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US$ 1,6 mi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TA (PARADA PROGRAMADA)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943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US$ 2,3 mi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US$ 2,0 mi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US$ 2,4 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US$ 1,6 mi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US$ 200,0 mil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US$ 81,3 mil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US$ 2,5 mi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US$ 1,6 mi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US$ 200,0 mil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 (Custo Total sem TA) e 'TA' (Custo TA, Parada Programada). O total desconsidera a categoria Desenvolvimento de Produção (US$ 0).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35 itens no total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do Motor - Bomba de Incêndio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US$ 863,1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do compressor de Ar de Instrumento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US$ 544,8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US$ 484,9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novos Detectores de Gás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US$ 447,3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Repetidoras de Rádio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US$ 217,9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US$ 173,2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 Estação Meteorológica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US$ 169,1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US$ 162,1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US$ 162,1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 do projeto 'Muster Digital'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US$ 135,6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 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US$ 132,9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23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US$ 640,4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+ 'TA' (inclui Parada Programada).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2026-09-28T17:45:58Z</dcterms:created>
  <dcterms:modified xsi:type="dcterms:W3CDTF">2026-09-28T17:45:58Z</dcterms:modified>
</cp:coreProperties>
</file>