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8A5A2E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FPSO Bravo</c:v>
                  </c:pt>
                  <c:pt idx="1">
                    <c:v>Polvo 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19.05</c:v>
                </c:pt>
                <c:pt idx="1">
                  <c:v>3.64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Sul  ·  FPSO Bravo · Polvo 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Cluster Sul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US$ 22,7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US$ 19,1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US$ 3,6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US$ 22,7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97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O total de todos os ativos inclui Parada Programada (status 'TA', com custo aberto no slide de cada ativo).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US$ 19,1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US$ 6,0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US$ 13,1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US$ 6,1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70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Ignitor do Flare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58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US$ 592,3 mil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US$ 592,3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US$ 519,2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US$ 1,4 mi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US$ 519,2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27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Obstrução Sistema de Águas Cinzas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US$ 228,0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2026-09-29T23:21:22Z</dcterms:created>
  <dcterms:modified xsi:type="dcterms:W3CDTF">2026-09-29T23:21:22Z</dcterms:modified>
</cp:coreProperties>
</file>