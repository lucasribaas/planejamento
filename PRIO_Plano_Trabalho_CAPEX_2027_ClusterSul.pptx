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8A5A2E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5A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7C3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FPSO Bravo</c:v>
                  </c:pt>
                  <c:pt idx="1">
                    <c:v>Polvo A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16.04</c:v>
                </c:pt>
                <c:pt idx="1">
                  <c:v>5.91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Sul  ·  FPSO Bravo · Polvo 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Cluster Sul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US$ 21,9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TA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ativos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Bravo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US$ 16,0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63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Polvo 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US$ 5,9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37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US$ 21,9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100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O total de todos os ativos inclui Parada Programada (status 'TA', com custo aberto no slide de cada ativo).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brav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9974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US$ 16,0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US$ 11,0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US$ 5,0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US$ 10,7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US$ 6,4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53612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53612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53612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05656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05656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57700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57700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57700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US$ 955,5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09744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09744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US$ 915,5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161788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161788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161788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US$ 670,0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13832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13832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US$ 192,5 mil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5865876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5865876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3773729" y="5865876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US$ 107,3 mil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64808" y="3401568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401568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US$ 6,4 mi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355080" y="3753612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464808" y="3753612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671609" y="3753612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US$ 6,0 mi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464808" y="4105656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105656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US$ 2,8 mi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355080" y="4457700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64808" y="4457700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9671609" y="4457700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US$ 862,4 mil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63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Swivel - Pacote Hidráulico (OneSubsea)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fixo de CO2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Redundância do Sistema de Compressão de Gás - Trem Alfa + Trem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US$ 360,0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51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olvo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70459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US$ 5,9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US$ 4,3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US$ 1,6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US$ 3,2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US$ 2,7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US$ 298,0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US$ 206,8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US$ 38,2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US$ 2,5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US$ 1,5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37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US$ 484,9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dos banheiros dos camarotes de POLVO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US$ 298,0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Repetidoras de Rádio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Flowline - Passagem de PIG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US$ 173,2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Estação Meteorológica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25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2026-10-05T23:43:20Z</dcterms:created>
  <dcterms:modified xsi:type="dcterms:W3CDTF">2026-10-05T23:43:20Z</dcterms:modified>
</cp:coreProperties>
</file>