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por Ativo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· 7 ativos · áreas priorizadas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US$ 6,5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US$ 2,0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Interna NR-13 FPSO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355592" y="2606040"/>
            <a:ext cx="665073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685032" y="3483864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UWILD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US$ 500,0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355592" y="3922776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US$ 408,0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685032" y="436168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Inspeção Sistemas de Tubulações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US$ 373,8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026152" y="4800600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RBI, ENDs complementares + Especiais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US$ 206,8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355592" y="5239512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FPSO PRG 2027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US$ 200,0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685032" y="5678424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PLAT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US$ 1,5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Gerenciamento de Corrosão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US$ 976,2 mil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Jackets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US$ 400,0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20072" y="2606040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US$ 312,0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US$ 273,0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26152" y="3483864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NR-13 PLAT 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US$ 250,0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037832" y="3922776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Inspeção de sistemas de tubulação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US$ 243,0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20072" y="4361688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do Caisson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US$ 200,0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696712" y="4800600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Inspeção de Flowlines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US$ 109,0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049512" y="5239512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Quinquenal dos Guindastes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US$ 107,8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696712" y="5678424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PLAT B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Constr, Mont e RTI.)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US$ 2,1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Gerenciamento de Corrosão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US$ 1,3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Substituição/ Reparo dos Caissons - Abrangência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26152" y="2606040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Inspeção de sistemas de tubulação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US$ 567,0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Jackets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US$ 400,0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390632" y="3483864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NR-13 PLAT B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US$ 358,9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696712" y="3922776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US$ 312,0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685032" y="436168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Substituição/ Reparo dos Caissons de FWP 1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US$ 292,5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685032" y="4800600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US$ 273,0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696712" y="5239512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 - Consultoria especializada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US$ 229,0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cronograma informado</a:t>
            </a:r>
            <a:endParaRPr lang="en-US" sz="850" dirty="0"/>
          </a:p>
        </p:txBody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PLAT C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US$ 3,3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Preventiva (L1) da GTG-A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US$ 708,5 mil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355592" y="2167128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Preventiva (L1) da GTG-B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US$ 708,5 mil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26152" y="2606040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Inspeção de sistemas de tubulação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US$ 567,0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US$ 564,0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685032" y="3483864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NR-13 PLAT C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US$ 480,6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685032" y="3922776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Jackets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US$ 400,0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378952" y="4361688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Gerenciamento de Corrosão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US$ 322,7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9720072" y="4800600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US$ 312,0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85032" y="523951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US$ 273,0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367272" y="5678424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USINA AGGREKO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US$ 2,0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Mergulho - Tamponamento da caixa de mar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355592" y="2606040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Dilúvio (FW e FF) - Troca de Tubulações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Sistema de Tubulação - 13 Sistemas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US$ 964,4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355592" y="3483864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UWILD - Casco e Amarra rasa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US$ 900,0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685032" y="3922776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UWILD - Amarra profunda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US$ 620,0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355592" y="4361688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 e Retorno de Itens de Mecânica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US$ 610,5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685032" y="4800600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Manutenção - Time de Construção - Instalações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US$ 600,0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85032" y="523951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US$ 597,3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355592" y="5678424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de material Automação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US$ 628,8 mil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cronograma informado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US$ 610,0 mil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Manutenção - Time de Construção - Instalações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US$ 600,0 mil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85032" y="2606040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DTPs - WHP Polvo-A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US$ 419,8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026152" y="3044952"/>
            <a:ext cx="665073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QUINQUENAL DE GUINDASTE NORTE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US$ 372,5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037832" y="3483864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QUINQUENAL DE GUINDASTE SUL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US$ 372,5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367272" y="3922776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US$ 266,0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685032" y="436168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Manutenção - 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US$ 180,0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685032" y="4800600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 e Retorno de Itens de Mecânica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US$ 180,0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cronograma informado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RECUPERAÇÃO DE HVAC VFDs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US$ 178,8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355592" y="5678424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RTI M5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US$ 2,2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Preservação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US$ 1,4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Reparos Definitivos - Compósito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US$ 1,3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85032" y="2606040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Preservação de Costado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 CORRETIVAS - 307 Oss COM PEDIDO E VALOR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US$ 848,4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cronograma informado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CUI - Remoção, inspeção e Reinstalação do Isolamento térmico de 26 vasos.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US$ 576,0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708392" y="3922776"/>
            <a:ext cx="396849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FPSO FRADE 2027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US$ 550,0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20072" y="4361688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NR-10 INSPEÇÃO - PREVENTIVA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US$ 547,8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685032" y="4800600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RTI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US$ 505,5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85032" y="523951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ESTUDOS DE REASSESSMENT - TANQUES E LIFTING PLAN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US$ 375,0 mil</a:t>
            </a:r>
            <a:pPr indent="0" marL="0">
              <a:buNone/>
            </a:pPr>
            <a:r>
              <a:rPr lang="en-US" sz="7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[custo]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685032" y="5678424"/>
            <a:ext cx="665073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itens marcados [custo] usam Serviço+Material &gt; 0 no lugar do POB; sem dado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2026-10-06T18:36:08Z</dcterms:created>
  <dcterms:modified xsi:type="dcterms:W3CDTF">2026-10-06T18:36:08Z</dcterms:modified>
</cp:coreProperties>
</file>