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7A2E2E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FPSO Frade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66.26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FPSO Frade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US$ 66,3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TA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ativo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Frade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US$ 66,3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US$ 66,3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89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Não inclui itens de Parada Programada (status 'TA') em nenhum ativo. Nenhum total considera 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rade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2926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US$ 66,3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US$ 30,4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US$ 35,9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US$ 24,9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US$ 15,7 mi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US$ 13,6 mi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52810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52810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480974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480974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480974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509137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3773729" y="509137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US$ 2,0 mi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537301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537301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3773729" y="537301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654650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773729" y="5654650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US$ 822,3 mil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5936285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66928" y="5936285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773729" y="5936285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US$ 75,1 mil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6480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67160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US$ 22,7 mi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5508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6480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US$ 17,4 mi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967160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US$ 15,0 mi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5508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46480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967160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US$ 11,2 mi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89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Compra e Instalação de Cabines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77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2026-09-28T22:21:22Z</dcterms:created>
  <dcterms:modified xsi:type="dcterms:W3CDTF">2026-09-28T22:21:22Z</dcterms:modified>
</cp:coreProperties>
</file>