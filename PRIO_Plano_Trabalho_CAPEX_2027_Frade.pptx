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FPSO Frade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58.73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FPSO Frade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US$ 58,7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ativo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Frade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US$ 58,7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US$ 58,7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71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Não inclui itens de Parada Programada (status 'TA') em nenhum ativo.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rade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2926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US$ 58,7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US$ 25,5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US$ 33,2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US$ 21,1 mi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US$ 15,7 mi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US$ 13,6 mi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52810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52810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480974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480974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480974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091379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3773729" y="5091379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537301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537301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3773729" y="537301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US$ 822,3 mil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654650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73729" y="5654650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US$ 411,6 mil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5936285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66928" y="5936285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3773729" y="5936285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US$ 75,1 mil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64808" y="340156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671609" y="340156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55080" y="3683203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3683203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3683203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US$ 17,0 mi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3964838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9671609" y="3964838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US$ 13,3 mi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355080" y="4246474"/>
            <a:ext cx="5349240" cy="281635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464808" y="4246474"/>
            <a:ext cx="3316529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9671609" y="4246474"/>
            <a:ext cx="181599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US$ 11,4 mi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71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US$ 861,0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Detectores de Chama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US$ 826,2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PIGGING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Retrofit do sistema fixo de CO2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COMPRA BOMBA DE AMINA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SWRO A: Recuperação do sistema de WW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US$ 571,9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Boiler Chromalox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US$ 523,6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Mist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TBM - Junta de expansão exhaust -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dos trocadores HBG 1040. (Material)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R&amp;R - REPARO DE SELOS DGS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18- Aquisição de transformadores de melhor tecnologia dos tratadores eletrostáticos (Óleo - 1º TRI)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CABO SANSO -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US$ 429,7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Fabricação de Etiquetas de TAG - Código de Cores e Sentido de Fluxo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NOVOS PAINÉIS ICCP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e Comissionamento OSPREY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44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2026-10-05T18:31:39Z</dcterms:created>
  <dcterms:modified xsi:type="dcterms:W3CDTF">2026-10-05T18:31:39Z</dcterms:modified>
</cp:coreProperties>
</file>