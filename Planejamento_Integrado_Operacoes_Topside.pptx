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Onze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 esforço primeiro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por frente de trabalho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Racional de 4 passos + a matriz candidata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 (seção 05).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27/08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 — ver seção 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11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