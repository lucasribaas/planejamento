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5637276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52715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52715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916" y="2999232"/>
            <a:ext cx="5637276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8796" y="3145536"/>
            <a:ext cx="52715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474720"/>
            <a:ext cx="52715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de suporte · barreira importante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5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near miss/recorrência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7)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7 · 5 · 4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2)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(FB1–FB5)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FB5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